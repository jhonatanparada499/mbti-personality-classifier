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3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3244850" cx="5765800"/>
  <p:notesSz cx="5765800" cy="3244850"/>
  <p:embeddedFontLst>
    <p:embeddedFont>
      <p:font typeface="Tahoma"/>
      <p:regular r:id="rId22"/>
      <p:bold r:id="rId2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0">
          <p15:clr>
            <a:srgbClr val="000000"/>
          </p15:clr>
        </p15:guide>
        <p15:guide id="2" pos="216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0" orient="horz"/>
        <p:guide pos="216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22" Type="http://schemas.openxmlformats.org/officeDocument/2006/relationships/font" Target="fonts/Tahoma-regular.fntdata"/><Relationship Id="rId10" Type="http://schemas.openxmlformats.org/officeDocument/2006/relationships/slide" Target="slides/slide5.xml"/><Relationship Id="rId21" Type="http://schemas.openxmlformats.org/officeDocument/2006/relationships/slide" Target="slides/slide16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23" Type="http://schemas.openxmlformats.org/officeDocument/2006/relationships/font" Target="fonts/Tahoma-bold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961150" y="243350"/>
            <a:ext cx="3844050" cy="1216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:notes"/>
          <p:cNvSpPr txBox="1"/>
          <p:nvPr>
            <p:ph idx="1" type="body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1:notes"/>
          <p:cNvSpPr/>
          <p:nvPr>
            <p:ph idx="2" type="sldImg"/>
          </p:nvPr>
        </p:nvSpPr>
        <p:spPr>
          <a:xfrm>
            <a:off x="961150" y="243350"/>
            <a:ext cx="3844050" cy="1216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96d56d5442_0_2:notes"/>
          <p:cNvSpPr txBox="1"/>
          <p:nvPr>
            <p:ph idx="1" type="body"/>
          </p:nvPr>
        </p:nvSpPr>
        <p:spPr>
          <a:xfrm>
            <a:off x="576575" y="1541300"/>
            <a:ext cx="4612500" cy="1460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g396d56d5442_0_2:notes"/>
          <p:cNvSpPr/>
          <p:nvPr>
            <p:ph idx="2" type="sldImg"/>
          </p:nvPr>
        </p:nvSpPr>
        <p:spPr>
          <a:xfrm>
            <a:off x="961150" y="243350"/>
            <a:ext cx="3844200" cy="1216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:notes"/>
          <p:cNvSpPr txBox="1"/>
          <p:nvPr>
            <p:ph idx="1" type="body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2:notes"/>
          <p:cNvSpPr/>
          <p:nvPr>
            <p:ph idx="2" type="sldImg"/>
          </p:nvPr>
        </p:nvSpPr>
        <p:spPr>
          <a:xfrm>
            <a:off x="961150" y="243350"/>
            <a:ext cx="3844050" cy="1216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977f53ff0e_0_8:notes"/>
          <p:cNvSpPr txBox="1"/>
          <p:nvPr>
            <p:ph idx="1" type="body"/>
          </p:nvPr>
        </p:nvSpPr>
        <p:spPr>
          <a:xfrm>
            <a:off x="576575" y="1541300"/>
            <a:ext cx="4612500" cy="1460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g3977f53ff0e_0_8:notes"/>
          <p:cNvSpPr/>
          <p:nvPr>
            <p:ph idx="2" type="sldImg"/>
          </p:nvPr>
        </p:nvSpPr>
        <p:spPr>
          <a:xfrm>
            <a:off x="961150" y="243350"/>
            <a:ext cx="3844200" cy="1216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977f53ff0e_0_40:notes"/>
          <p:cNvSpPr txBox="1"/>
          <p:nvPr>
            <p:ph idx="1" type="body"/>
          </p:nvPr>
        </p:nvSpPr>
        <p:spPr>
          <a:xfrm>
            <a:off x="576575" y="1541300"/>
            <a:ext cx="4612500" cy="1460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g3977f53ff0e_0_40:notes"/>
          <p:cNvSpPr/>
          <p:nvPr>
            <p:ph idx="2" type="sldImg"/>
          </p:nvPr>
        </p:nvSpPr>
        <p:spPr>
          <a:xfrm>
            <a:off x="961150" y="243350"/>
            <a:ext cx="3844200" cy="1216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4:notes"/>
          <p:cNvSpPr txBox="1"/>
          <p:nvPr>
            <p:ph idx="1" type="body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4:notes"/>
          <p:cNvSpPr/>
          <p:nvPr>
            <p:ph idx="2" type="sldImg"/>
          </p:nvPr>
        </p:nvSpPr>
        <p:spPr>
          <a:xfrm>
            <a:off x="961150" y="243350"/>
            <a:ext cx="3844050" cy="1216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3977f53ff0e_0_71:notes"/>
          <p:cNvSpPr txBox="1"/>
          <p:nvPr>
            <p:ph idx="1" type="body"/>
          </p:nvPr>
        </p:nvSpPr>
        <p:spPr>
          <a:xfrm>
            <a:off x="576575" y="1541300"/>
            <a:ext cx="4612500" cy="1460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g3977f53ff0e_0_71:notes"/>
          <p:cNvSpPr/>
          <p:nvPr>
            <p:ph idx="2" type="sldImg"/>
          </p:nvPr>
        </p:nvSpPr>
        <p:spPr>
          <a:xfrm>
            <a:off x="961150" y="243350"/>
            <a:ext cx="3844200" cy="1216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3977f53ff0e_0_101:notes"/>
          <p:cNvSpPr txBox="1"/>
          <p:nvPr>
            <p:ph idx="1" type="body"/>
          </p:nvPr>
        </p:nvSpPr>
        <p:spPr>
          <a:xfrm>
            <a:off x="576575" y="1541300"/>
            <a:ext cx="4612500" cy="1460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g3977f53ff0e_0_101:notes"/>
          <p:cNvSpPr/>
          <p:nvPr>
            <p:ph idx="2" type="sldImg"/>
          </p:nvPr>
        </p:nvSpPr>
        <p:spPr>
          <a:xfrm>
            <a:off x="961150" y="243350"/>
            <a:ext cx="3844200" cy="1216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:notes"/>
          <p:cNvSpPr txBox="1"/>
          <p:nvPr>
            <p:ph idx="1" type="body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" name="Google Shape;290;p5:notes"/>
          <p:cNvSpPr/>
          <p:nvPr>
            <p:ph idx="2" type="sldImg"/>
          </p:nvPr>
        </p:nvSpPr>
        <p:spPr>
          <a:xfrm>
            <a:off x="961150" y="243350"/>
            <a:ext cx="3844050" cy="1216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3d4d847e4a6_0_0:notes"/>
          <p:cNvSpPr txBox="1"/>
          <p:nvPr>
            <p:ph idx="1" type="body"/>
          </p:nvPr>
        </p:nvSpPr>
        <p:spPr>
          <a:xfrm>
            <a:off x="576575" y="1541300"/>
            <a:ext cx="4612500" cy="1460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1" name="Google Shape;321;g3d4d847e4a6_0_0:notes"/>
          <p:cNvSpPr/>
          <p:nvPr>
            <p:ph idx="2" type="sldImg"/>
          </p:nvPr>
        </p:nvSpPr>
        <p:spPr>
          <a:xfrm>
            <a:off x="961150" y="243350"/>
            <a:ext cx="3844200" cy="1216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g3d86df6ee25_0_4:notes"/>
          <p:cNvSpPr txBox="1"/>
          <p:nvPr>
            <p:ph idx="1" type="body"/>
          </p:nvPr>
        </p:nvSpPr>
        <p:spPr>
          <a:xfrm>
            <a:off x="576575" y="1541300"/>
            <a:ext cx="4612500" cy="1460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d86df6ee25_0_4:notes"/>
          <p:cNvSpPr/>
          <p:nvPr>
            <p:ph idx="2" type="sldImg"/>
          </p:nvPr>
        </p:nvSpPr>
        <p:spPr>
          <a:xfrm>
            <a:off x="961150" y="243350"/>
            <a:ext cx="3844200" cy="1216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3:notes"/>
          <p:cNvSpPr txBox="1"/>
          <p:nvPr>
            <p:ph idx="1" type="body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5" name="Google Shape;375;p3:notes"/>
          <p:cNvSpPr/>
          <p:nvPr>
            <p:ph idx="2" type="sldImg"/>
          </p:nvPr>
        </p:nvSpPr>
        <p:spPr>
          <a:xfrm>
            <a:off x="961150" y="243350"/>
            <a:ext cx="3844050" cy="1216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3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12:notes"/>
          <p:cNvSpPr txBox="1"/>
          <p:nvPr>
            <p:ph idx="1" type="body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5" name="Google Shape;405;p12:notes"/>
          <p:cNvSpPr/>
          <p:nvPr>
            <p:ph idx="2" type="sldImg"/>
          </p:nvPr>
        </p:nvSpPr>
        <p:spPr>
          <a:xfrm>
            <a:off x="961150" y="243350"/>
            <a:ext cx="3844050" cy="1216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17:notes"/>
          <p:cNvSpPr txBox="1"/>
          <p:nvPr>
            <p:ph idx="1" type="body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2" name="Google Shape;432;p17:notes"/>
          <p:cNvSpPr/>
          <p:nvPr>
            <p:ph idx="2" type="sldImg"/>
          </p:nvPr>
        </p:nvSpPr>
        <p:spPr>
          <a:xfrm>
            <a:off x="961150" y="243350"/>
            <a:ext cx="3844050" cy="1216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0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Google Shape;461;g3d86df6ee25_0_32:notes"/>
          <p:cNvSpPr txBox="1"/>
          <p:nvPr>
            <p:ph idx="1" type="body"/>
          </p:nvPr>
        </p:nvSpPr>
        <p:spPr>
          <a:xfrm>
            <a:off x="576575" y="1541300"/>
            <a:ext cx="4612500" cy="1460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2" name="Google Shape;462;g3d86df6ee25_0_32:notes"/>
          <p:cNvSpPr/>
          <p:nvPr>
            <p:ph idx="2" type="sldImg"/>
          </p:nvPr>
        </p:nvSpPr>
        <p:spPr>
          <a:xfrm>
            <a:off x="961150" y="243350"/>
            <a:ext cx="3844200" cy="1216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18:notes"/>
          <p:cNvSpPr txBox="1"/>
          <p:nvPr>
            <p:ph idx="1" type="body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3" name="Google Shape;493;p18:notes"/>
          <p:cNvSpPr/>
          <p:nvPr>
            <p:ph idx="2" type="sldImg"/>
          </p:nvPr>
        </p:nvSpPr>
        <p:spPr>
          <a:xfrm>
            <a:off x="961150" y="243350"/>
            <a:ext cx="3844050" cy="1216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"/>
          <p:cNvSpPr txBox="1"/>
          <p:nvPr>
            <p:ph type="title"/>
          </p:nvPr>
        </p:nvSpPr>
        <p:spPr>
          <a:xfrm>
            <a:off x="95300" y="72312"/>
            <a:ext cx="2649220" cy="1917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>
                <a:solidFill>
                  <a:srgbClr val="B40404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2"/>
          <p:cNvSpPr txBox="1"/>
          <p:nvPr>
            <p:ph idx="1" type="body"/>
          </p:nvPr>
        </p:nvSpPr>
        <p:spPr>
          <a:xfrm>
            <a:off x="480390" y="588635"/>
            <a:ext cx="5077460" cy="19488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2"/>
          <p:cNvSpPr txBox="1"/>
          <p:nvPr>
            <p:ph idx="11" type="ftr"/>
          </p:nvPr>
        </p:nvSpPr>
        <p:spPr>
          <a:xfrm>
            <a:off x="2111768" y="3135783"/>
            <a:ext cx="15367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00">
                <a:solidFill>
                  <a:srgbClr val="8E0000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"/>
          <p:cNvSpPr txBox="1"/>
          <p:nvPr>
            <p:ph idx="10" type="dt"/>
          </p:nvPr>
        </p:nvSpPr>
        <p:spPr>
          <a:xfrm>
            <a:off x="4472876" y="3135783"/>
            <a:ext cx="426085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2"/>
          <p:cNvSpPr txBox="1"/>
          <p:nvPr>
            <p:ph idx="12" type="sldNum"/>
          </p:nvPr>
        </p:nvSpPr>
        <p:spPr>
          <a:xfrm>
            <a:off x="5451184" y="3135783"/>
            <a:ext cx="2540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indent="0" lvl="1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indent="0" lvl="2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indent="0" lvl="3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indent="0" lvl="4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indent="0" lvl="5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indent="0" lvl="6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indent="0" lvl="7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indent="0" lvl="8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indent="0" lvl="0" marL="127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3"/>
          <p:cNvSpPr txBox="1"/>
          <p:nvPr>
            <p:ph idx="11" type="ftr"/>
          </p:nvPr>
        </p:nvSpPr>
        <p:spPr>
          <a:xfrm>
            <a:off x="2111768" y="3135783"/>
            <a:ext cx="15367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00">
                <a:solidFill>
                  <a:srgbClr val="8E0000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3"/>
          <p:cNvSpPr txBox="1"/>
          <p:nvPr>
            <p:ph idx="10" type="dt"/>
          </p:nvPr>
        </p:nvSpPr>
        <p:spPr>
          <a:xfrm>
            <a:off x="4472876" y="3135783"/>
            <a:ext cx="426085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3"/>
          <p:cNvSpPr txBox="1"/>
          <p:nvPr>
            <p:ph idx="12" type="sldNum"/>
          </p:nvPr>
        </p:nvSpPr>
        <p:spPr>
          <a:xfrm>
            <a:off x="5451184" y="3135783"/>
            <a:ext cx="2540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indent="0" lvl="1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indent="0" lvl="2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indent="0" lvl="3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indent="0" lvl="4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indent="0" lvl="5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indent="0" lvl="6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indent="0" lvl="7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indent="0" lvl="8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indent="0" lvl="0" marL="127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4"/>
          <p:cNvSpPr txBox="1"/>
          <p:nvPr>
            <p:ph type="ctrTitle"/>
          </p:nvPr>
        </p:nvSpPr>
        <p:spPr>
          <a:xfrm>
            <a:off x="432435" y="1005903"/>
            <a:ext cx="4900930" cy="68141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>
                <a:solidFill>
                  <a:srgbClr val="B40404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4"/>
          <p:cNvSpPr txBox="1"/>
          <p:nvPr>
            <p:ph idx="1" type="subTitle"/>
          </p:nvPr>
        </p:nvSpPr>
        <p:spPr>
          <a:xfrm>
            <a:off x="864870" y="1817116"/>
            <a:ext cx="4036060" cy="8112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4"/>
          <p:cNvSpPr txBox="1"/>
          <p:nvPr>
            <p:ph idx="11" type="ftr"/>
          </p:nvPr>
        </p:nvSpPr>
        <p:spPr>
          <a:xfrm>
            <a:off x="2111768" y="3135783"/>
            <a:ext cx="15367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00">
                <a:solidFill>
                  <a:srgbClr val="8E0000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4"/>
          <p:cNvSpPr txBox="1"/>
          <p:nvPr>
            <p:ph idx="10" type="dt"/>
          </p:nvPr>
        </p:nvSpPr>
        <p:spPr>
          <a:xfrm>
            <a:off x="4472876" y="3135783"/>
            <a:ext cx="426085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4"/>
          <p:cNvSpPr txBox="1"/>
          <p:nvPr>
            <p:ph idx="12" type="sldNum"/>
          </p:nvPr>
        </p:nvSpPr>
        <p:spPr>
          <a:xfrm>
            <a:off x="5451184" y="3135783"/>
            <a:ext cx="2540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indent="0" lvl="1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indent="0" lvl="2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indent="0" lvl="3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indent="0" lvl="4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indent="0" lvl="5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indent="0" lvl="6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indent="0" lvl="7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indent="0" lvl="8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indent="0" lvl="0" marL="127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>
  <p:cSld name="Two Content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5"/>
          <p:cNvSpPr txBox="1"/>
          <p:nvPr>
            <p:ph type="title"/>
          </p:nvPr>
        </p:nvSpPr>
        <p:spPr>
          <a:xfrm>
            <a:off x="95300" y="72312"/>
            <a:ext cx="2649220" cy="1917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>
                <a:solidFill>
                  <a:srgbClr val="B40404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5"/>
          <p:cNvSpPr txBox="1"/>
          <p:nvPr>
            <p:ph idx="1" type="body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5"/>
          <p:cNvSpPr txBox="1"/>
          <p:nvPr>
            <p:ph idx="2" type="body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5"/>
          <p:cNvSpPr txBox="1"/>
          <p:nvPr>
            <p:ph idx="11" type="ftr"/>
          </p:nvPr>
        </p:nvSpPr>
        <p:spPr>
          <a:xfrm>
            <a:off x="2111768" y="3135783"/>
            <a:ext cx="15367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00">
                <a:solidFill>
                  <a:srgbClr val="8E0000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5"/>
          <p:cNvSpPr txBox="1"/>
          <p:nvPr>
            <p:ph idx="10" type="dt"/>
          </p:nvPr>
        </p:nvSpPr>
        <p:spPr>
          <a:xfrm>
            <a:off x="4472876" y="3135783"/>
            <a:ext cx="426085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5"/>
          <p:cNvSpPr txBox="1"/>
          <p:nvPr>
            <p:ph idx="12" type="sldNum"/>
          </p:nvPr>
        </p:nvSpPr>
        <p:spPr>
          <a:xfrm>
            <a:off x="5451184" y="3135783"/>
            <a:ext cx="2540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indent="0" lvl="1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indent="0" lvl="2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indent="0" lvl="3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indent="0" lvl="4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indent="0" lvl="5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indent="0" lvl="6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indent="0" lvl="7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indent="0" lvl="8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indent="0" lvl="0" marL="127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6"/>
          <p:cNvSpPr txBox="1"/>
          <p:nvPr>
            <p:ph type="title"/>
          </p:nvPr>
        </p:nvSpPr>
        <p:spPr>
          <a:xfrm>
            <a:off x="95300" y="72312"/>
            <a:ext cx="2649220" cy="1917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094183"/>
              </a:buClr>
              <a:buSzPts val="1400"/>
              <a:buNone/>
              <a:defRPr b="0" i="0" sz="1100">
                <a:solidFill>
                  <a:srgbClr val="094183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1" type="ftr"/>
          </p:nvPr>
        </p:nvSpPr>
        <p:spPr>
          <a:xfrm>
            <a:off x="2111768" y="3135783"/>
            <a:ext cx="15367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00">
                <a:solidFill>
                  <a:srgbClr val="8E0000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6"/>
          <p:cNvSpPr txBox="1"/>
          <p:nvPr>
            <p:ph idx="10" type="dt"/>
          </p:nvPr>
        </p:nvSpPr>
        <p:spPr>
          <a:xfrm>
            <a:off x="4472876" y="3135783"/>
            <a:ext cx="426085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6"/>
          <p:cNvSpPr txBox="1"/>
          <p:nvPr>
            <p:ph idx="12" type="sldNum"/>
          </p:nvPr>
        </p:nvSpPr>
        <p:spPr>
          <a:xfrm>
            <a:off x="5451184" y="3135783"/>
            <a:ext cx="2540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indent="0" lvl="1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indent="0" lvl="2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indent="0" lvl="3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indent="0" lvl="4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indent="0" lvl="5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indent="0" lvl="6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indent="0" lvl="7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indent="0" lvl="8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indent="0" lvl="0" marL="127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4221087" y="3045573"/>
            <a:ext cx="43180" cy="30480"/>
          </a:xfrm>
          <a:custGeom>
            <a:rect b="b" l="l" r="r" t="t"/>
            <a:pathLst>
              <a:path extrusionOk="0" h="30480" w="43179">
                <a:moveTo>
                  <a:pt x="0" y="30366"/>
                </a:moveTo>
                <a:lnTo>
                  <a:pt x="43019" y="30366"/>
                </a:lnTo>
                <a:lnTo>
                  <a:pt x="43019" y="0"/>
                </a:lnTo>
                <a:lnTo>
                  <a:pt x="0" y="0"/>
                </a:lnTo>
                <a:lnTo>
                  <a:pt x="0" y="30366"/>
                </a:lnTo>
                <a:close/>
              </a:path>
            </a:pathLst>
          </a:custGeom>
          <a:noFill/>
          <a:ln cap="flat" cmpd="sng" w="9525">
            <a:solidFill>
              <a:srgbClr val="ADAD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" name="Google Shape;7;p1"/>
          <p:cNvSpPr/>
          <p:nvPr/>
        </p:nvSpPr>
        <p:spPr>
          <a:xfrm>
            <a:off x="4141470" y="3041611"/>
            <a:ext cx="25400" cy="38100"/>
          </a:xfrm>
          <a:custGeom>
            <a:rect b="b" l="l" r="r" t="t"/>
            <a:pathLst>
              <a:path extrusionOk="0" h="38100" w="25400">
                <a:moveTo>
                  <a:pt x="25400" y="0"/>
                </a:moveTo>
                <a:lnTo>
                  <a:pt x="0" y="19050"/>
                </a:lnTo>
                <a:lnTo>
                  <a:pt x="25400" y="38100"/>
                </a:lnTo>
                <a:lnTo>
                  <a:pt x="25400" y="0"/>
                </a:lnTo>
                <a:close/>
              </a:path>
            </a:pathLst>
          </a:custGeom>
          <a:solidFill>
            <a:srgbClr val="D6D6EF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" name="Google Shape;8;p1"/>
          <p:cNvSpPr/>
          <p:nvPr/>
        </p:nvSpPr>
        <p:spPr>
          <a:xfrm>
            <a:off x="4319272" y="3041611"/>
            <a:ext cx="25400" cy="38100"/>
          </a:xfrm>
          <a:custGeom>
            <a:rect b="b" l="l" r="r" t="t"/>
            <a:pathLst>
              <a:path extrusionOk="0" h="38100" w="25400">
                <a:moveTo>
                  <a:pt x="0" y="0"/>
                </a:moveTo>
                <a:lnTo>
                  <a:pt x="0" y="38100"/>
                </a:lnTo>
                <a:lnTo>
                  <a:pt x="2540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6D6EF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" name="Google Shape;9;p1"/>
          <p:cNvSpPr/>
          <p:nvPr/>
        </p:nvSpPr>
        <p:spPr>
          <a:xfrm>
            <a:off x="4475618" y="3035261"/>
            <a:ext cx="64135" cy="50800"/>
          </a:xfrm>
          <a:custGeom>
            <a:rect b="b" l="l" r="r" t="t"/>
            <a:pathLst>
              <a:path extrusionOk="0" h="50800" w="64135">
                <a:moveTo>
                  <a:pt x="0" y="50800"/>
                </a:moveTo>
                <a:lnTo>
                  <a:pt x="43019" y="50800"/>
                </a:lnTo>
                <a:lnTo>
                  <a:pt x="43019" y="20434"/>
                </a:lnTo>
                <a:lnTo>
                  <a:pt x="0" y="20434"/>
                </a:lnTo>
                <a:lnTo>
                  <a:pt x="0" y="50800"/>
                </a:lnTo>
                <a:close/>
              </a:path>
              <a:path extrusionOk="0" h="50800" w="64135">
                <a:moveTo>
                  <a:pt x="10491" y="20320"/>
                </a:moveTo>
                <a:lnTo>
                  <a:pt x="10491" y="10160"/>
                </a:lnTo>
                <a:lnTo>
                  <a:pt x="53672" y="10160"/>
                </a:lnTo>
                <a:lnTo>
                  <a:pt x="53672" y="40640"/>
                </a:lnTo>
                <a:lnTo>
                  <a:pt x="43512" y="40640"/>
                </a:lnTo>
              </a:path>
              <a:path extrusionOk="0" h="50800" w="64135">
                <a:moveTo>
                  <a:pt x="20652" y="10160"/>
                </a:moveTo>
                <a:lnTo>
                  <a:pt x="20652" y="0"/>
                </a:lnTo>
                <a:lnTo>
                  <a:pt x="63832" y="0"/>
                </a:lnTo>
                <a:lnTo>
                  <a:pt x="63832" y="30480"/>
                </a:lnTo>
                <a:lnTo>
                  <a:pt x="53672" y="30480"/>
                </a:lnTo>
              </a:path>
            </a:pathLst>
          </a:custGeom>
          <a:noFill/>
          <a:ln cap="flat" cmpd="sng" w="9525">
            <a:solidFill>
              <a:srgbClr val="ADAD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" name="Google Shape;10;p1"/>
          <p:cNvSpPr/>
          <p:nvPr/>
        </p:nvSpPr>
        <p:spPr>
          <a:xfrm>
            <a:off x="4412450" y="3041611"/>
            <a:ext cx="203200" cy="38100"/>
          </a:xfrm>
          <a:custGeom>
            <a:rect b="b" l="l" r="r" t="t"/>
            <a:pathLst>
              <a:path extrusionOk="0" h="38100" w="203200">
                <a:moveTo>
                  <a:pt x="25400" y="0"/>
                </a:moveTo>
                <a:lnTo>
                  <a:pt x="0" y="19050"/>
                </a:lnTo>
                <a:lnTo>
                  <a:pt x="25400" y="38100"/>
                </a:lnTo>
                <a:lnTo>
                  <a:pt x="25400" y="0"/>
                </a:lnTo>
                <a:close/>
              </a:path>
              <a:path extrusionOk="0" h="38100" w="203200">
                <a:moveTo>
                  <a:pt x="177802" y="0"/>
                </a:moveTo>
                <a:lnTo>
                  <a:pt x="177802" y="38100"/>
                </a:lnTo>
                <a:lnTo>
                  <a:pt x="203202" y="19050"/>
                </a:lnTo>
                <a:lnTo>
                  <a:pt x="177802" y="0"/>
                </a:lnTo>
                <a:close/>
              </a:path>
            </a:pathLst>
          </a:custGeom>
          <a:solidFill>
            <a:srgbClr val="D6D6EF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" name="Google Shape;11;p1"/>
          <p:cNvSpPr/>
          <p:nvPr/>
        </p:nvSpPr>
        <p:spPr>
          <a:xfrm>
            <a:off x="4772318" y="3047961"/>
            <a:ext cx="38100" cy="0"/>
          </a:xfrm>
          <a:custGeom>
            <a:rect b="b" l="l" r="r" t="t"/>
            <a:pathLst>
              <a:path extrusionOk="0" h="120000" w="38100">
                <a:moveTo>
                  <a:pt x="0" y="0"/>
                </a:moveTo>
                <a:lnTo>
                  <a:pt x="38100" y="0"/>
                </a:lnTo>
              </a:path>
            </a:pathLst>
          </a:custGeom>
          <a:noFill/>
          <a:ln cap="flat" cmpd="sng" w="9525">
            <a:solidFill>
              <a:srgbClr val="ADAD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" name="Google Shape;12;p1"/>
          <p:cNvSpPr/>
          <p:nvPr/>
        </p:nvSpPr>
        <p:spPr>
          <a:xfrm>
            <a:off x="4683417" y="3041611"/>
            <a:ext cx="203200" cy="38100"/>
          </a:xfrm>
          <a:custGeom>
            <a:rect b="b" l="l" r="r" t="t"/>
            <a:pathLst>
              <a:path extrusionOk="0" h="38100" w="203200">
                <a:moveTo>
                  <a:pt x="25400" y="0"/>
                </a:moveTo>
                <a:lnTo>
                  <a:pt x="0" y="19050"/>
                </a:lnTo>
                <a:lnTo>
                  <a:pt x="25400" y="38100"/>
                </a:lnTo>
                <a:lnTo>
                  <a:pt x="25400" y="0"/>
                </a:lnTo>
                <a:close/>
              </a:path>
              <a:path extrusionOk="0" h="38100" w="203200">
                <a:moveTo>
                  <a:pt x="177802" y="0"/>
                </a:moveTo>
                <a:lnTo>
                  <a:pt x="177802" y="38100"/>
                </a:lnTo>
                <a:lnTo>
                  <a:pt x="203202" y="19050"/>
                </a:lnTo>
                <a:lnTo>
                  <a:pt x="177802" y="0"/>
                </a:lnTo>
                <a:close/>
              </a:path>
            </a:pathLst>
          </a:custGeom>
          <a:solidFill>
            <a:srgbClr val="D6D6EF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" name="Google Shape;13;p1"/>
          <p:cNvSpPr/>
          <p:nvPr/>
        </p:nvSpPr>
        <p:spPr>
          <a:xfrm>
            <a:off x="4759618" y="3035261"/>
            <a:ext cx="50800" cy="50800"/>
          </a:xfrm>
          <a:custGeom>
            <a:rect b="b" l="l" r="r" t="t"/>
            <a:pathLst>
              <a:path extrusionOk="0" h="50800" w="50800">
                <a:moveTo>
                  <a:pt x="0" y="0"/>
                </a:moveTo>
                <a:lnTo>
                  <a:pt x="38100" y="0"/>
                </a:lnTo>
              </a:path>
              <a:path extrusionOk="0" h="50800" w="50800">
                <a:moveTo>
                  <a:pt x="12700" y="25400"/>
                </a:moveTo>
                <a:lnTo>
                  <a:pt x="50800" y="25400"/>
                </a:lnTo>
              </a:path>
              <a:path extrusionOk="0" h="50800" w="50800">
                <a:moveTo>
                  <a:pt x="0" y="38100"/>
                </a:moveTo>
                <a:lnTo>
                  <a:pt x="38100" y="38100"/>
                </a:lnTo>
              </a:path>
              <a:path extrusionOk="0" h="50800" w="50800">
                <a:moveTo>
                  <a:pt x="12700" y="50800"/>
                </a:moveTo>
                <a:lnTo>
                  <a:pt x="50800" y="50800"/>
                </a:lnTo>
              </a:path>
            </a:pathLst>
          </a:custGeom>
          <a:noFill/>
          <a:ln cap="flat" cmpd="sng" w="9525">
            <a:solidFill>
              <a:srgbClr val="D6D6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"/>
          <p:cNvSpPr/>
          <p:nvPr/>
        </p:nvSpPr>
        <p:spPr>
          <a:xfrm>
            <a:off x="5030598" y="3035261"/>
            <a:ext cx="50800" cy="25400"/>
          </a:xfrm>
          <a:custGeom>
            <a:rect b="b" l="l" r="r" t="t"/>
            <a:pathLst>
              <a:path extrusionOk="0" h="25400" w="50800">
                <a:moveTo>
                  <a:pt x="0" y="0"/>
                </a:moveTo>
                <a:lnTo>
                  <a:pt x="38100" y="0"/>
                </a:lnTo>
              </a:path>
              <a:path extrusionOk="0" h="25400" w="50800">
                <a:moveTo>
                  <a:pt x="12700" y="12700"/>
                </a:moveTo>
                <a:lnTo>
                  <a:pt x="50800" y="12700"/>
                </a:lnTo>
              </a:path>
              <a:path extrusionOk="0" h="25400" w="50800">
                <a:moveTo>
                  <a:pt x="12700" y="25400"/>
                </a:moveTo>
                <a:lnTo>
                  <a:pt x="50800" y="25400"/>
                </a:lnTo>
              </a:path>
            </a:pathLst>
          </a:custGeom>
          <a:noFill/>
          <a:ln cap="flat" cmpd="sng" w="9525">
            <a:solidFill>
              <a:srgbClr val="ADAD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" name="Google Shape;15;p1"/>
          <p:cNvSpPr/>
          <p:nvPr/>
        </p:nvSpPr>
        <p:spPr>
          <a:xfrm>
            <a:off x="4954397" y="3041611"/>
            <a:ext cx="203200" cy="38100"/>
          </a:xfrm>
          <a:custGeom>
            <a:rect b="b" l="l" r="r" t="t"/>
            <a:pathLst>
              <a:path extrusionOk="0" h="38100" w="203200">
                <a:moveTo>
                  <a:pt x="25400" y="0"/>
                </a:moveTo>
                <a:lnTo>
                  <a:pt x="0" y="19050"/>
                </a:lnTo>
                <a:lnTo>
                  <a:pt x="25400" y="38100"/>
                </a:lnTo>
                <a:lnTo>
                  <a:pt x="25400" y="0"/>
                </a:lnTo>
                <a:close/>
              </a:path>
              <a:path extrusionOk="0" h="38100" w="203200">
                <a:moveTo>
                  <a:pt x="177802" y="0"/>
                </a:moveTo>
                <a:lnTo>
                  <a:pt x="177802" y="38100"/>
                </a:lnTo>
                <a:lnTo>
                  <a:pt x="203202" y="19050"/>
                </a:lnTo>
                <a:lnTo>
                  <a:pt x="177802" y="0"/>
                </a:lnTo>
                <a:close/>
              </a:path>
            </a:pathLst>
          </a:custGeom>
          <a:solidFill>
            <a:srgbClr val="D6D6EF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" name="Google Shape;16;p1"/>
          <p:cNvSpPr/>
          <p:nvPr/>
        </p:nvSpPr>
        <p:spPr>
          <a:xfrm>
            <a:off x="5030598" y="3073361"/>
            <a:ext cx="50800" cy="12700"/>
          </a:xfrm>
          <a:custGeom>
            <a:rect b="b" l="l" r="r" t="t"/>
            <a:pathLst>
              <a:path extrusionOk="0" h="12700" w="50800">
                <a:moveTo>
                  <a:pt x="0" y="0"/>
                </a:moveTo>
                <a:lnTo>
                  <a:pt x="38100" y="0"/>
                </a:lnTo>
              </a:path>
              <a:path extrusionOk="0" h="12700" w="50800">
                <a:moveTo>
                  <a:pt x="12700" y="12700"/>
                </a:moveTo>
                <a:lnTo>
                  <a:pt x="50800" y="12700"/>
                </a:lnTo>
              </a:path>
            </a:pathLst>
          </a:custGeom>
          <a:noFill/>
          <a:ln cap="flat" cmpd="sng" w="9525">
            <a:solidFill>
              <a:srgbClr val="D6D6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5238077" y="3035261"/>
            <a:ext cx="63500" cy="50800"/>
          </a:xfrm>
          <a:custGeom>
            <a:rect b="b" l="l" r="r" t="t"/>
            <a:pathLst>
              <a:path extrusionOk="0" h="50800" w="63500">
                <a:moveTo>
                  <a:pt x="12700" y="0"/>
                </a:moveTo>
                <a:lnTo>
                  <a:pt x="50800" y="0"/>
                </a:lnTo>
              </a:path>
              <a:path extrusionOk="0" h="50800" w="63500">
                <a:moveTo>
                  <a:pt x="25400" y="12700"/>
                </a:moveTo>
                <a:lnTo>
                  <a:pt x="63500" y="12700"/>
                </a:lnTo>
              </a:path>
              <a:path extrusionOk="0" h="50800" w="63500">
                <a:moveTo>
                  <a:pt x="25400" y="25400"/>
                </a:moveTo>
                <a:lnTo>
                  <a:pt x="63500" y="25400"/>
                </a:lnTo>
              </a:path>
              <a:path extrusionOk="0" h="50800" w="63500">
                <a:moveTo>
                  <a:pt x="0" y="38100"/>
                </a:moveTo>
                <a:lnTo>
                  <a:pt x="50800" y="38100"/>
                </a:lnTo>
              </a:path>
              <a:path extrusionOk="0" h="50800" w="63500">
                <a:moveTo>
                  <a:pt x="25400" y="50800"/>
                </a:moveTo>
                <a:lnTo>
                  <a:pt x="63500" y="50800"/>
                </a:lnTo>
              </a:path>
            </a:pathLst>
          </a:custGeom>
          <a:noFill/>
          <a:ln cap="flat" cmpd="sng" w="9525">
            <a:solidFill>
              <a:srgbClr val="ADAD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1"/>
          <p:cNvSpPr/>
          <p:nvPr/>
        </p:nvSpPr>
        <p:spPr>
          <a:xfrm>
            <a:off x="5352378" y="3047961"/>
            <a:ext cx="50800" cy="25400"/>
          </a:xfrm>
          <a:custGeom>
            <a:rect b="b" l="l" r="r" t="t"/>
            <a:pathLst>
              <a:path extrusionOk="0" h="25400" w="50800">
                <a:moveTo>
                  <a:pt x="0" y="0"/>
                </a:moveTo>
                <a:lnTo>
                  <a:pt x="38100" y="0"/>
                </a:lnTo>
              </a:path>
              <a:path extrusionOk="0" h="25400" w="50800">
                <a:moveTo>
                  <a:pt x="12699" y="12700"/>
                </a:moveTo>
                <a:lnTo>
                  <a:pt x="50800" y="12700"/>
                </a:lnTo>
              </a:path>
              <a:path extrusionOk="0" h="25400" w="50800">
                <a:moveTo>
                  <a:pt x="12699" y="25400"/>
                </a:moveTo>
                <a:lnTo>
                  <a:pt x="50800" y="25400"/>
                </a:lnTo>
              </a:path>
            </a:pathLst>
          </a:custGeom>
          <a:noFill/>
          <a:ln cap="flat" cmpd="sng" w="9525">
            <a:solidFill>
              <a:srgbClr val="ADAD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" name="Google Shape;19;p1"/>
          <p:cNvSpPr/>
          <p:nvPr/>
        </p:nvSpPr>
        <p:spPr>
          <a:xfrm>
            <a:off x="5326978" y="3028911"/>
            <a:ext cx="0" cy="63500"/>
          </a:xfrm>
          <a:custGeom>
            <a:rect b="b" l="l" r="r" t="t"/>
            <a:pathLst>
              <a:path extrusionOk="0" h="63500" w="120000">
                <a:moveTo>
                  <a:pt x="0" y="63500"/>
                </a:moveTo>
                <a:lnTo>
                  <a:pt x="0" y="0"/>
                </a:lnTo>
              </a:path>
            </a:pathLst>
          </a:custGeom>
          <a:noFill/>
          <a:ln cap="flat" cmpd="sng" w="9525">
            <a:solidFill>
              <a:srgbClr val="D6D6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" name="Google Shape;20;p1"/>
          <p:cNvSpPr/>
          <p:nvPr/>
        </p:nvSpPr>
        <p:spPr>
          <a:xfrm>
            <a:off x="5603025" y="3065741"/>
            <a:ext cx="20320" cy="20320"/>
          </a:xfrm>
          <a:custGeom>
            <a:rect b="b" l="l" r="r" t="t"/>
            <a:pathLst>
              <a:path extrusionOk="0" h="20319" w="20320">
                <a:moveTo>
                  <a:pt x="0" y="0"/>
                </a:moveTo>
                <a:lnTo>
                  <a:pt x="20320" y="20320"/>
                </a:lnTo>
              </a:path>
            </a:pathLst>
          </a:custGeom>
          <a:noFill/>
          <a:ln cap="flat" cmpd="sng" w="9525">
            <a:solidFill>
              <a:srgbClr val="ADAD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1"/>
          <p:cNvSpPr/>
          <p:nvPr/>
        </p:nvSpPr>
        <p:spPr>
          <a:xfrm>
            <a:off x="5575961" y="3039246"/>
            <a:ext cx="30480" cy="30480"/>
          </a:xfrm>
          <a:custGeom>
            <a:rect b="b" l="l" r="r" t="t"/>
            <a:pathLst>
              <a:path extrusionOk="0" h="30480" w="30479">
                <a:moveTo>
                  <a:pt x="30366" y="15183"/>
                </a:moveTo>
                <a:lnTo>
                  <a:pt x="30366" y="6797"/>
                </a:lnTo>
                <a:lnTo>
                  <a:pt x="23568" y="0"/>
                </a:lnTo>
                <a:lnTo>
                  <a:pt x="15183" y="0"/>
                </a:lnTo>
                <a:lnTo>
                  <a:pt x="6797" y="0"/>
                </a:lnTo>
                <a:lnTo>
                  <a:pt x="0" y="6797"/>
                </a:lnTo>
                <a:lnTo>
                  <a:pt x="0" y="15183"/>
                </a:lnTo>
                <a:lnTo>
                  <a:pt x="0" y="23568"/>
                </a:lnTo>
                <a:lnTo>
                  <a:pt x="6797" y="30366"/>
                </a:lnTo>
                <a:lnTo>
                  <a:pt x="15183" y="30366"/>
                </a:lnTo>
                <a:lnTo>
                  <a:pt x="23568" y="30366"/>
                </a:lnTo>
                <a:lnTo>
                  <a:pt x="30366" y="23568"/>
                </a:lnTo>
                <a:lnTo>
                  <a:pt x="30366" y="15183"/>
                </a:lnTo>
                <a:close/>
              </a:path>
            </a:pathLst>
          </a:custGeom>
          <a:noFill/>
          <a:ln cap="flat" cmpd="sng" w="9525">
            <a:solidFill>
              <a:srgbClr val="ADAD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" name="Google Shape;22;p1"/>
          <p:cNvSpPr/>
          <p:nvPr/>
        </p:nvSpPr>
        <p:spPr>
          <a:xfrm>
            <a:off x="5481104" y="3035261"/>
            <a:ext cx="233679" cy="50800"/>
          </a:xfrm>
          <a:custGeom>
            <a:rect b="b" l="l" r="r" t="t"/>
            <a:pathLst>
              <a:path extrusionOk="0" h="50800" w="233679">
                <a:moveTo>
                  <a:pt x="40640" y="50800"/>
                </a:moveTo>
                <a:lnTo>
                  <a:pt x="50400" y="48796"/>
                </a:lnTo>
                <a:lnTo>
                  <a:pt x="58488" y="43339"/>
                </a:lnTo>
                <a:lnTo>
                  <a:pt x="64002" y="35262"/>
                </a:lnTo>
                <a:lnTo>
                  <a:pt x="66040" y="25400"/>
                </a:lnTo>
                <a:lnTo>
                  <a:pt x="64036" y="15537"/>
                </a:lnTo>
                <a:lnTo>
                  <a:pt x="58579" y="7461"/>
                </a:lnTo>
                <a:lnTo>
                  <a:pt x="50502" y="2004"/>
                </a:lnTo>
                <a:lnTo>
                  <a:pt x="40640" y="0"/>
                </a:lnTo>
                <a:lnTo>
                  <a:pt x="30778" y="2004"/>
                </a:lnTo>
                <a:lnTo>
                  <a:pt x="22701" y="7461"/>
                </a:lnTo>
                <a:lnTo>
                  <a:pt x="17244" y="15537"/>
                </a:lnTo>
                <a:lnTo>
                  <a:pt x="15240" y="25400"/>
                </a:lnTo>
              </a:path>
              <a:path extrusionOk="0" h="50800" w="233679">
                <a:moveTo>
                  <a:pt x="30480" y="17780"/>
                </a:moveTo>
                <a:lnTo>
                  <a:pt x="15240" y="30480"/>
                </a:lnTo>
                <a:lnTo>
                  <a:pt x="0" y="17780"/>
                </a:lnTo>
              </a:path>
              <a:path extrusionOk="0" h="50800" w="233679">
                <a:moveTo>
                  <a:pt x="193042" y="50800"/>
                </a:moveTo>
                <a:lnTo>
                  <a:pt x="183179" y="48796"/>
                </a:lnTo>
                <a:lnTo>
                  <a:pt x="175103" y="43339"/>
                </a:lnTo>
                <a:lnTo>
                  <a:pt x="169646" y="35262"/>
                </a:lnTo>
                <a:lnTo>
                  <a:pt x="167642" y="25400"/>
                </a:lnTo>
                <a:lnTo>
                  <a:pt x="169646" y="15537"/>
                </a:lnTo>
                <a:lnTo>
                  <a:pt x="175103" y="7461"/>
                </a:lnTo>
                <a:lnTo>
                  <a:pt x="183179" y="2004"/>
                </a:lnTo>
                <a:lnTo>
                  <a:pt x="193042" y="0"/>
                </a:lnTo>
                <a:lnTo>
                  <a:pt x="202904" y="2004"/>
                </a:lnTo>
                <a:lnTo>
                  <a:pt x="210981" y="7461"/>
                </a:lnTo>
                <a:lnTo>
                  <a:pt x="216438" y="15537"/>
                </a:lnTo>
                <a:lnTo>
                  <a:pt x="218442" y="25400"/>
                </a:lnTo>
              </a:path>
              <a:path extrusionOk="0" h="50800" w="233679">
                <a:moveTo>
                  <a:pt x="233682" y="17780"/>
                </a:moveTo>
                <a:lnTo>
                  <a:pt x="218442" y="30480"/>
                </a:lnTo>
                <a:lnTo>
                  <a:pt x="203202" y="17780"/>
                </a:lnTo>
              </a:path>
            </a:pathLst>
          </a:custGeom>
          <a:noFill/>
          <a:ln cap="flat" cmpd="sng" w="9525">
            <a:solidFill>
              <a:srgbClr val="ADAD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" name="Google Shape;23;p1"/>
          <p:cNvSpPr txBox="1"/>
          <p:nvPr>
            <p:ph type="title"/>
          </p:nvPr>
        </p:nvSpPr>
        <p:spPr>
          <a:xfrm>
            <a:off x="95300" y="72312"/>
            <a:ext cx="2649220" cy="1917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rgbClr val="B40404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4" name="Google Shape;24;p1"/>
          <p:cNvSpPr txBox="1"/>
          <p:nvPr>
            <p:ph idx="1" type="body"/>
          </p:nvPr>
        </p:nvSpPr>
        <p:spPr>
          <a:xfrm>
            <a:off x="480390" y="588635"/>
            <a:ext cx="5077460" cy="19488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5" name="Google Shape;25;p1"/>
          <p:cNvSpPr txBox="1"/>
          <p:nvPr>
            <p:ph idx="11" type="ftr"/>
          </p:nvPr>
        </p:nvSpPr>
        <p:spPr>
          <a:xfrm>
            <a:off x="2111768" y="3135783"/>
            <a:ext cx="15367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00">
                <a:solidFill>
                  <a:srgbClr val="8E0000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6" name="Google Shape;26;p1"/>
          <p:cNvSpPr txBox="1"/>
          <p:nvPr>
            <p:ph idx="10" type="dt"/>
          </p:nvPr>
        </p:nvSpPr>
        <p:spPr>
          <a:xfrm>
            <a:off x="4472876" y="3135783"/>
            <a:ext cx="426085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7" name="Google Shape;27;p1"/>
          <p:cNvSpPr txBox="1"/>
          <p:nvPr>
            <p:ph idx="12" type="sldNum"/>
          </p:nvPr>
        </p:nvSpPr>
        <p:spPr>
          <a:xfrm>
            <a:off x="5451184" y="3135783"/>
            <a:ext cx="2540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indent="0" lvl="1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indent="0" lvl="2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indent="0" lvl="3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indent="0" lvl="4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indent="0" lvl="5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indent="0" lvl="6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indent="0" lvl="7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indent="0" lvl="8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indent="0" lvl="0" marL="127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10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1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2.png"/><Relationship Id="rId4" Type="http://schemas.openxmlformats.org/officeDocument/2006/relationships/image" Target="../media/image1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9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0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1.png"/><Relationship Id="rId4" Type="http://schemas.openxmlformats.org/officeDocument/2006/relationships/image" Target="../media/image12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Google Shape;60;p7"/>
          <p:cNvGrpSpPr/>
          <p:nvPr/>
        </p:nvGrpSpPr>
        <p:grpSpPr>
          <a:xfrm>
            <a:off x="-144575" y="-4277"/>
            <a:ext cx="6047937" cy="721746"/>
            <a:chOff x="165200" y="317842"/>
            <a:chExt cx="5480686" cy="721746"/>
          </a:xfrm>
        </p:grpSpPr>
        <p:sp>
          <p:nvSpPr>
            <p:cNvPr id="61" name="Google Shape;61;p7"/>
            <p:cNvSpPr/>
            <p:nvPr/>
          </p:nvSpPr>
          <p:spPr>
            <a:xfrm>
              <a:off x="165200" y="317842"/>
              <a:ext cx="5429885" cy="82550"/>
            </a:xfrm>
            <a:custGeom>
              <a:rect b="b" l="l" r="r" t="t"/>
              <a:pathLst>
                <a:path extrusionOk="0" h="82550" w="5429885">
                  <a:moveTo>
                    <a:pt x="5378869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82384"/>
                  </a:lnTo>
                  <a:lnTo>
                    <a:pt x="5429669" y="82384"/>
                  </a:lnTo>
                  <a:lnTo>
                    <a:pt x="5429669" y="50800"/>
                  </a:lnTo>
                  <a:lnTo>
                    <a:pt x="5425661" y="31075"/>
                  </a:lnTo>
                  <a:lnTo>
                    <a:pt x="5414747" y="14922"/>
                  </a:lnTo>
                  <a:lnTo>
                    <a:pt x="5398594" y="4008"/>
                  </a:lnTo>
                  <a:lnTo>
                    <a:pt x="5378869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" name="Google Shape;62;p7"/>
            <p:cNvSpPr/>
            <p:nvPr/>
          </p:nvSpPr>
          <p:spPr>
            <a:xfrm>
              <a:off x="216001" y="381093"/>
              <a:ext cx="5429885" cy="658495"/>
            </a:xfrm>
            <a:custGeom>
              <a:rect b="b" l="l" r="r" t="t"/>
              <a:pathLst>
                <a:path extrusionOk="0" h="658494" w="5429885">
                  <a:moveTo>
                    <a:pt x="5429670" y="0"/>
                  </a:moveTo>
                  <a:lnTo>
                    <a:pt x="0" y="0"/>
                  </a:lnTo>
                  <a:lnTo>
                    <a:pt x="0" y="658415"/>
                  </a:lnTo>
                  <a:lnTo>
                    <a:pt x="5429670" y="658415"/>
                  </a:lnTo>
                  <a:lnTo>
                    <a:pt x="5429670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" name="Google Shape;63;p7"/>
            <p:cNvSpPr/>
            <p:nvPr/>
          </p:nvSpPr>
          <p:spPr>
            <a:xfrm>
              <a:off x="165200" y="362256"/>
              <a:ext cx="5429885" cy="626745"/>
            </a:xfrm>
            <a:custGeom>
              <a:rect b="b" l="l" r="r" t="t"/>
              <a:pathLst>
                <a:path extrusionOk="0" h="626744" w="5429885">
                  <a:moveTo>
                    <a:pt x="5429669" y="0"/>
                  </a:moveTo>
                  <a:lnTo>
                    <a:pt x="0" y="0"/>
                  </a:lnTo>
                  <a:lnTo>
                    <a:pt x="0" y="575651"/>
                  </a:lnTo>
                  <a:lnTo>
                    <a:pt x="4008" y="595375"/>
                  </a:lnTo>
                  <a:lnTo>
                    <a:pt x="14922" y="611528"/>
                  </a:lnTo>
                  <a:lnTo>
                    <a:pt x="31075" y="622443"/>
                  </a:lnTo>
                  <a:lnTo>
                    <a:pt x="50800" y="626451"/>
                  </a:lnTo>
                  <a:lnTo>
                    <a:pt x="5378869" y="626451"/>
                  </a:lnTo>
                  <a:lnTo>
                    <a:pt x="5398594" y="622443"/>
                  </a:lnTo>
                  <a:lnTo>
                    <a:pt x="5414747" y="611528"/>
                  </a:lnTo>
                  <a:lnTo>
                    <a:pt x="5425661" y="595375"/>
                  </a:lnTo>
                  <a:lnTo>
                    <a:pt x="5429669" y="575651"/>
                  </a:lnTo>
                  <a:lnTo>
                    <a:pt x="5429669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4" name="Google Shape;64;p7"/>
          <p:cNvSpPr txBox="1"/>
          <p:nvPr/>
        </p:nvSpPr>
        <p:spPr>
          <a:xfrm>
            <a:off x="304520" y="1198802"/>
            <a:ext cx="5152500" cy="102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6975">
            <a:spAutoFit/>
          </a:bodyPr>
          <a:lstStyle/>
          <a:p>
            <a:pPr indent="0" lvl="0" marL="12700" marR="5080" rtl="0" algn="ctr">
              <a:lnSpc>
                <a:spcPct val="102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latin typeface="Tahoma"/>
                <a:ea typeface="Tahoma"/>
                <a:cs typeface="Tahoma"/>
                <a:sym typeface="Tahoma"/>
              </a:rPr>
              <a:t>Jhonatan Parada Torres, Dr. Guozhen An (Faculty Advisor)</a:t>
            </a:r>
            <a:endParaRPr sz="1100"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ctr">
              <a:lnSpc>
                <a:spcPct val="100000"/>
              </a:lnSpc>
              <a:spcBef>
                <a:spcPts val="1315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lang="en-US" sz="11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Queensborough Community College, Department of Engineering Technology, City University of New York</a:t>
            </a:r>
            <a:endParaRPr sz="1200"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ctr">
              <a:lnSpc>
                <a:spcPct val="100000"/>
              </a:lnSpc>
              <a:spcBef>
                <a:spcPts val="1345"/>
              </a:spcBef>
              <a:spcAft>
                <a:spcPts val="0"/>
              </a:spcAft>
              <a:buNone/>
            </a:pPr>
            <a:r>
              <a:rPr lang="en-US" sz="1100">
                <a:latin typeface="Tahoma"/>
                <a:ea typeface="Tahoma"/>
                <a:cs typeface="Tahoma"/>
                <a:sym typeface="Tahoma"/>
              </a:rPr>
              <a:t>April 30</a:t>
            </a:r>
            <a:r>
              <a:rPr lang="en-US" sz="1100">
                <a:latin typeface="Tahoma"/>
                <a:ea typeface="Tahoma"/>
                <a:cs typeface="Tahoma"/>
                <a:sym typeface="Tahoma"/>
              </a:rPr>
              <a:t>, 2026</a:t>
            </a:r>
            <a:endParaRPr sz="11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65" name="Google Shape;65;p7"/>
          <p:cNvSpPr txBox="1"/>
          <p:nvPr>
            <p:ph type="title"/>
          </p:nvPr>
        </p:nvSpPr>
        <p:spPr>
          <a:xfrm>
            <a:off x="202496" y="112700"/>
            <a:ext cx="5353800" cy="48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41900">
            <a:noAutofit/>
          </a:bodyPr>
          <a:lstStyle/>
          <a:p>
            <a:pPr indent="-1353820" lvl="0" marL="1512570" marR="252729" rtl="0" algn="ctr">
              <a:lnSpc>
                <a:spcPct val="106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FFFFFF"/>
                </a:solidFill>
              </a:rPr>
              <a:t>End-to-End System of MBTI personality Recognition</a:t>
            </a:r>
            <a:endParaRPr sz="1400">
              <a:solidFill>
                <a:srgbClr val="FFFFFF"/>
              </a:solidFill>
            </a:endParaRPr>
          </a:p>
        </p:txBody>
      </p:sp>
      <p:grpSp>
        <p:nvGrpSpPr>
          <p:cNvPr id="66" name="Google Shape;66;p7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67" name="Google Shape;67;p7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" name="Google Shape;68;p7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" name="Google Shape;69;p7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0" name="Google Shape;70;p7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Guozhen An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71" name="Google Shape;71;p7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System of MBTI personality Recognition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72" name="Google Shape;72;p7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73" name="Google Shape;73;p7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</p:spTree>
  </p:cSld>
  <p:clrMapOvr>
    <a:masterClrMapping/>
  </p:clrMapOvr>
  <p:transition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8" name="Google Shape;78;p8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79" name="Google Shape;79;p8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" name="Google Shape;80;p8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" name="Google Shape;81;p8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2" name="Google Shape;82;p8"/>
          <p:cNvSpPr txBox="1"/>
          <p:nvPr>
            <p:ph type="title"/>
          </p:nvPr>
        </p:nvSpPr>
        <p:spPr>
          <a:xfrm>
            <a:off x="95300" y="72312"/>
            <a:ext cx="26493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142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Coverage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83" name="Google Shape;83;p8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Yi, Jiang, Tran, G´omez, Canning, Bloem &amp; Barrett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84" name="Google Shape;84;p8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Employment and Compensation within AVCs</a:t>
            </a:r>
            <a:endParaRPr/>
          </a:p>
        </p:txBody>
      </p:sp>
      <p:sp>
        <p:nvSpPr>
          <p:cNvPr id="85" name="Google Shape;85;p8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March 2025</a:t>
            </a:r>
            <a:endParaRPr/>
          </a:p>
        </p:txBody>
      </p:sp>
      <p:sp>
        <p:nvSpPr>
          <p:cNvPr id="86" name="Google Shape;86;p8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/>
          </a:p>
        </p:txBody>
      </p:sp>
      <p:grpSp>
        <p:nvGrpSpPr>
          <p:cNvPr id="87" name="Google Shape;87;p8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88" name="Google Shape;88;p8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" name="Google Shape;89;p8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" name="Google Shape;90;p8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1" name="Google Shape;91;p8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Merlinda Drini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92" name="Google Shape;92;p8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Network IDPS Using Open-Source Tools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93" name="Google Shape;93;p8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94" name="Google Shape;94;p8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grpSp>
        <p:nvGrpSpPr>
          <p:cNvPr id="95" name="Google Shape;95;p8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96" name="Google Shape;96;p8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" name="Google Shape;97;p8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" name="Google Shape;98;p8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9" name="Google Shape;99;p8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Guozhen An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0" name="Google Shape;100;p8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System of MBTI personality Recognition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101" name="Google Shape;101;p8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102" name="Google Shape;102;p8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pic>
        <p:nvPicPr>
          <p:cNvPr id="103" name="Google Shape;103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96354" y="36453"/>
            <a:ext cx="3973101" cy="156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24575" y="1334851"/>
            <a:ext cx="3110985" cy="1569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" name="Google Shape;109;p9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110" name="Google Shape;110;p9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" name="Google Shape;111;p9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" name="Google Shape;112;p9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13" name="Google Shape;113;p9"/>
          <p:cNvSpPr txBox="1"/>
          <p:nvPr>
            <p:ph type="title"/>
          </p:nvPr>
        </p:nvSpPr>
        <p:spPr>
          <a:xfrm>
            <a:off x="95300" y="72312"/>
            <a:ext cx="26493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142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Data Coverage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114" name="Google Shape;114;p9"/>
          <p:cNvSpPr txBox="1"/>
          <p:nvPr/>
        </p:nvSpPr>
        <p:spPr>
          <a:xfrm>
            <a:off x="83477" y="3135783"/>
            <a:ext cx="1752600" cy="10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Yi, Jiang, Tran, G´omez, Canning, Bloem &amp; Barrett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15" name="Google Shape;115;p9"/>
          <p:cNvSpPr txBox="1"/>
          <p:nvPr>
            <p:ph idx="11" type="ftr"/>
          </p:nvPr>
        </p:nvSpPr>
        <p:spPr>
          <a:xfrm>
            <a:off x="2111768" y="3135783"/>
            <a:ext cx="1536600" cy="10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Employment and Compensation within AVCs</a:t>
            </a:r>
            <a:endParaRPr/>
          </a:p>
        </p:txBody>
      </p:sp>
      <p:sp>
        <p:nvSpPr>
          <p:cNvPr id="116" name="Google Shape;116;p9"/>
          <p:cNvSpPr txBox="1"/>
          <p:nvPr>
            <p:ph idx="10" type="dt"/>
          </p:nvPr>
        </p:nvSpPr>
        <p:spPr>
          <a:xfrm>
            <a:off x="4472876" y="3135783"/>
            <a:ext cx="426000" cy="10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March 2025</a:t>
            </a:r>
            <a:endParaRPr/>
          </a:p>
        </p:txBody>
      </p:sp>
      <p:sp>
        <p:nvSpPr>
          <p:cNvPr id="117" name="Google Shape;117;p9"/>
          <p:cNvSpPr txBox="1"/>
          <p:nvPr>
            <p:ph idx="12" type="sldNum"/>
          </p:nvPr>
        </p:nvSpPr>
        <p:spPr>
          <a:xfrm>
            <a:off x="5451184" y="3135783"/>
            <a:ext cx="254100" cy="10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/>
          </a:p>
        </p:txBody>
      </p:sp>
      <p:grpSp>
        <p:nvGrpSpPr>
          <p:cNvPr id="118" name="Google Shape;118;p9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119" name="Google Shape;119;p9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" name="Google Shape;120;p9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" name="Google Shape;121;p9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2" name="Google Shape;122;p9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Merlinda Drini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23" name="Google Shape;123;p9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Network IDPS Using Open-Source Tools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124" name="Google Shape;124;p9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125" name="Google Shape;125;p9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grpSp>
        <p:nvGrpSpPr>
          <p:cNvPr id="126" name="Google Shape;126;p9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127" name="Google Shape;127;p9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" name="Google Shape;128;p9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" name="Google Shape;129;p9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30" name="Google Shape;130;p9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Guozhen An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31" name="Google Shape;131;p9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System of MBTI personality Recognition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132" name="Google Shape;132;p9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133" name="Google Shape;133;p9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pic>
        <p:nvPicPr>
          <p:cNvPr id="134" name="Google Shape;134;p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91189" y="384688"/>
            <a:ext cx="2378474" cy="2475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" name="Google Shape;135;p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5300" y="384700"/>
            <a:ext cx="2930800" cy="1324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6" name="Google Shape;136;p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5300" y="2031777"/>
            <a:ext cx="2930800" cy="7815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64560" y="38579"/>
            <a:ext cx="4016526" cy="105787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42" name="Google Shape;142;p10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143" name="Google Shape;143;p10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4" name="Google Shape;144;p10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5" name="Google Shape;145;p10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46" name="Google Shape;146;p10"/>
          <p:cNvSpPr txBox="1"/>
          <p:nvPr>
            <p:ph type="title"/>
          </p:nvPr>
        </p:nvSpPr>
        <p:spPr>
          <a:xfrm>
            <a:off x="95300" y="72312"/>
            <a:ext cx="26493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142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Coverage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147" name="Google Shape;147;p10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Yi, Jiang, Tran, G´omez, Canning, Bloem &amp; Barrett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8" name="Google Shape;148;p10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Employment and Compensation within AVCs</a:t>
            </a:r>
            <a:endParaRPr/>
          </a:p>
        </p:txBody>
      </p:sp>
      <p:sp>
        <p:nvSpPr>
          <p:cNvPr id="149" name="Google Shape;149;p10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March 2025</a:t>
            </a:r>
            <a:endParaRPr/>
          </a:p>
        </p:txBody>
      </p:sp>
      <p:sp>
        <p:nvSpPr>
          <p:cNvPr id="150" name="Google Shape;150;p10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/>
          </a:p>
        </p:txBody>
      </p:sp>
      <p:grpSp>
        <p:nvGrpSpPr>
          <p:cNvPr id="151" name="Google Shape;151;p10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152" name="Google Shape;152;p10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" name="Google Shape;153;p10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" name="Google Shape;154;p10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55" name="Google Shape;155;p10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Merlinda Drini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6" name="Google Shape;156;p10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Network IDPS Using Open-Source Tools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157" name="Google Shape;157;p10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158" name="Google Shape;158;p10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grpSp>
        <p:nvGrpSpPr>
          <p:cNvPr id="159" name="Google Shape;159;p10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160" name="Google Shape;160;p10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" name="Google Shape;161;p10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" name="Google Shape;162;p10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3" name="Google Shape;163;p10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Guozhen An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4" name="Google Shape;164;p10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System of MBTI personality Recognition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165" name="Google Shape;165;p10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166" name="Google Shape;166;p10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pic>
        <p:nvPicPr>
          <p:cNvPr id="167" name="Google Shape;16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83896" y="1089617"/>
            <a:ext cx="3433375" cy="194796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2" name="Google Shape;172;p11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173" name="Google Shape;173;p11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4" name="Google Shape;174;p11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" name="Google Shape;175;p11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76" name="Google Shape;176;p11"/>
          <p:cNvSpPr txBox="1"/>
          <p:nvPr>
            <p:ph type="title"/>
          </p:nvPr>
        </p:nvSpPr>
        <p:spPr>
          <a:xfrm>
            <a:off x="95300" y="72312"/>
            <a:ext cx="26493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142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Methods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177" name="Google Shape;177;p11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Yi, Jiang, Tran, G´omez, Canning, Bloem &amp; Barrett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8" name="Google Shape;178;p11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Employment and Compensation within AVCs</a:t>
            </a:r>
            <a:endParaRPr/>
          </a:p>
        </p:txBody>
      </p:sp>
      <p:sp>
        <p:nvSpPr>
          <p:cNvPr id="179" name="Google Shape;179;p11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March 2025</a:t>
            </a:r>
            <a:endParaRPr/>
          </a:p>
        </p:txBody>
      </p:sp>
      <p:sp>
        <p:nvSpPr>
          <p:cNvPr id="180" name="Google Shape;180;p11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/>
          </a:p>
        </p:txBody>
      </p:sp>
      <p:grpSp>
        <p:nvGrpSpPr>
          <p:cNvPr id="181" name="Google Shape;181;p11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182" name="Google Shape;182;p11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3" name="Google Shape;183;p11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" name="Google Shape;184;p11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85" name="Google Shape;185;p11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Merlinda Drini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6" name="Google Shape;186;p11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Network IDPS Using Open-Source Tools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187" name="Google Shape;187;p11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188" name="Google Shape;188;p11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grpSp>
        <p:nvGrpSpPr>
          <p:cNvPr id="189" name="Google Shape;189;p11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190" name="Google Shape;190;p11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" name="Google Shape;191;p11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2" name="Google Shape;192;p11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93" name="Google Shape;193;p11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Guozhen An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4" name="Google Shape;194;p11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System of MBTI personality Recognition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195" name="Google Shape;195;p11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196" name="Google Shape;196;p11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pic>
        <p:nvPicPr>
          <p:cNvPr id="197" name="Google Shape;197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72188" y="336262"/>
            <a:ext cx="3821427" cy="2572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2"/>
          <p:cNvSpPr txBox="1"/>
          <p:nvPr>
            <p:ph type="title"/>
          </p:nvPr>
        </p:nvSpPr>
        <p:spPr>
          <a:xfrm>
            <a:off x="95300" y="72312"/>
            <a:ext cx="26493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142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Methods</a:t>
            </a:r>
            <a:endParaRPr>
              <a:solidFill>
                <a:srgbClr val="094183"/>
              </a:solidFill>
            </a:endParaRPr>
          </a:p>
        </p:txBody>
      </p:sp>
      <p:grpSp>
        <p:nvGrpSpPr>
          <p:cNvPr id="203" name="Google Shape;203;p12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204" name="Google Shape;204;p12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5" name="Google Shape;205;p12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" name="Google Shape;206;p12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07" name="Google Shape;207;p12"/>
          <p:cNvSpPr txBox="1"/>
          <p:nvPr/>
        </p:nvSpPr>
        <p:spPr>
          <a:xfrm>
            <a:off x="83477" y="3135783"/>
            <a:ext cx="1752600" cy="10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Yi, Jiang, Tran, G´omez, Canning, Bloem &amp; Barrett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08" name="Google Shape;208;p12"/>
          <p:cNvSpPr txBox="1"/>
          <p:nvPr>
            <p:ph idx="11" type="ftr"/>
          </p:nvPr>
        </p:nvSpPr>
        <p:spPr>
          <a:xfrm>
            <a:off x="2111768" y="3135783"/>
            <a:ext cx="1536600" cy="10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Employment and Compensation within AVCs</a:t>
            </a:r>
            <a:endParaRPr/>
          </a:p>
        </p:txBody>
      </p:sp>
      <p:sp>
        <p:nvSpPr>
          <p:cNvPr id="209" name="Google Shape;209;p12"/>
          <p:cNvSpPr txBox="1"/>
          <p:nvPr>
            <p:ph idx="10" type="dt"/>
          </p:nvPr>
        </p:nvSpPr>
        <p:spPr>
          <a:xfrm>
            <a:off x="4472876" y="3135783"/>
            <a:ext cx="426000" cy="10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March 2025</a:t>
            </a:r>
            <a:endParaRPr/>
          </a:p>
        </p:txBody>
      </p:sp>
      <p:sp>
        <p:nvSpPr>
          <p:cNvPr id="210" name="Google Shape;210;p12"/>
          <p:cNvSpPr txBox="1"/>
          <p:nvPr>
            <p:ph idx="12" type="sldNum"/>
          </p:nvPr>
        </p:nvSpPr>
        <p:spPr>
          <a:xfrm>
            <a:off x="5451184" y="3135783"/>
            <a:ext cx="254100" cy="10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/>
          </a:p>
        </p:txBody>
      </p:sp>
      <p:grpSp>
        <p:nvGrpSpPr>
          <p:cNvPr id="211" name="Google Shape;211;p12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212" name="Google Shape;212;p12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3" name="Google Shape;213;p12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4" name="Google Shape;214;p12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15" name="Google Shape;215;p12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Merlinda Drini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16" name="Google Shape;216;p12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Network IDPS Using Open-Source Tools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217" name="Google Shape;217;p12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218" name="Google Shape;218;p12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grpSp>
        <p:nvGrpSpPr>
          <p:cNvPr id="219" name="Google Shape;219;p12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220" name="Google Shape;220;p12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" name="Google Shape;221;p12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2" name="Google Shape;222;p12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23" name="Google Shape;223;p12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Guozhen An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24" name="Google Shape;224;p12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System of MBTI personality Recognition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225" name="Google Shape;225;p12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226" name="Google Shape;226;p12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pic>
        <p:nvPicPr>
          <p:cNvPr id="227" name="Google Shape;227;p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88175" y="336262"/>
            <a:ext cx="3589441" cy="2572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13"/>
          <p:cNvSpPr txBox="1"/>
          <p:nvPr>
            <p:ph type="title"/>
          </p:nvPr>
        </p:nvSpPr>
        <p:spPr>
          <a:xfrm>
            <a:off x="95300" y="72312"/>
            <a:ext cx="26493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142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Methods</a:t>
            </a:r>
            <a:endParaRPr>
              <a:solidFill>
                <a:srgbClr val="094183"/>
              </a:solidFill>
            </a:endParaRPr>
          </a:p>
        </p:txBody>
      </p:sp>
      <p:grpSp>
        <p:nvGrpSpPr>
          <p:cNvPr id="233" name="Google Shape;233;p13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234" name="Google Shape;234;p13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" name="Google Shape;235;p13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6" name="Google Shape;236;p13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37" name="Google Shape;237;p13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Yi, Jiang, Tran, G´omez, Canning, Bloem &amp; Barrett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38" name="Google Shape;238;p13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Employment and Compensation within AVCs</a:t>
            </a:r>
            <a:endParaRPr/>
          </a:p>
        </p:txBody>
      </p:sp>
      <p:sp>
        <p:nvSpPr>
          <p:cNvPr id="239" name="Google Shape;239;p13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March 2025</a:t>
            </a:r>
            <a:endParaRPr/>
          </a:p>
        </p:txBody>
      </p:sp>
      <p:sp>
        <p:nvSpPr>
          <p:cNvPr id="240" name="Google Shape;240;p13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/>
          </a:p>
        </p:txBody>
      </p:sp>
      <p:grpSp>
        <p:nvGrpSpPr>
          <p:cNvPr id="241" name="Google Shape;241;p13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242" name="Google Shape;242;p13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3" name="Google Shape;243;p13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4" name="Google Shape;244;p13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45" name="Google Shape;245;p13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Merlinda Drini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46" name="Google Shape;246;p13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Network IDPS Using Open-Source Tools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247" name="Google Shape;247;p13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248" name="Google Shape;248;p13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grpSp>
        <p:nvGrpSpPr>
          <p:cNvPr id="249" name="Google Shape;249;p13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250" name="Google Shape;250;p13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" name="Google Shape;251;p13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2" name="Google Shape;252;p13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53" name="Google Shape;253;p13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Guozhen An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54" name="Google Shape;254;p13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System of MBTI personality Recognition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255" name="Google Shape;255;p13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256" name="Google Shape;256;p13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pic>
        <p:nvPicPr>
          <p:cNvPr id="257" name="Google Shape;257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9575" y="1144187"/>
            <a:ext cx="5461001" cy="95648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4"/>
          <p:cNvSpPr txBox="1"/>
          <p:nvPr>
            <p:ph type="title"/>
          </p:nvPr>
        </p:nvSpPr>
        <p:spPr>
          <a:xfrm>
            <a:off x="95300" y="72312"/>
            <a:ext cx="26493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142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Methods</a:t>
            </a:r>
            <a:endParaRPr>
              <a:solidFill>
                <a:srgbClr val="094183"/>
              </a:solidFill>
            </a:endParaRPr>
          </a:p>
        </p:txBody>
      </p:sp>
      <p:grpSp>
        <p:nvGrpSpPr>
          <p:cNvPr id="263" name="Google Shape;263;p14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264" name="Google Shape;264;p14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5" name="Google Shape;265;p14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6" name="Google Shape;266;p14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67" name="Google Shape;267;p14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Yi, Jiang, Tran, G´omez, Canning, Bloem &amp; Barrett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8" name="Google Shape;268;p14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Employment and Compensation within AVCs</a:t>
            </a:r>
            <a:endParaRPr/>
          </a:p>
        </p:txBody>
      </p:sp>
      <p:sp>
        <p:nvSpPr>
          <p:cNvPr id="269" name="Google Shape;269;p14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March 2025</a:t>
            </a:r>
            <a:endParaRPr/>
          </a:p>
        </p:txBody>
      </p:sp>
      <p:sp>
        <p:nvSpPr>
          <p:cNvPr id="270" name="Google Shape;270;p14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/>
          </a:p>
        </p:txBody>
      </p:sp>
      <p:grpSp>
        <p:nvGrpSpPr>
          <p:cNvPr id="271" name="Google Shape;271;p14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272" name="Google Shape;272;p14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3" name="Google Shape;273;p14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4" name="Google Shape;274;p14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75" name="Google Shape;275;p14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Merlinda Drini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6" name="Google Shape;276;p14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Network IDPS Using Open-Source Tools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277" name="Google Shape;277;p14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278" name="Google Shape;278;p14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grpSp>
        <p:nvGrpSpPr>
          <p:cNvPr id="279" name="Google Shape;279;p14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280" name="Google Shape;280;p14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1" name="Google Shape;281;p14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2" name="Google Shape;282;p14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83" name="Google Shape;283;p14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Guozhen An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84" name="Google Shape;284;p14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System of MBTI personality Recognition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285" name="Google Shape;285;p14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286" name="Google Shape;286;p14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pic>
        <p:nvPicPr>
          <p:cNvPr id="287" name="Google Shape;287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586462"/>
            <a:ext cx="5461000" cy="20719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2" name="Google Shape;292;p15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293" name="Google Shape;293;p15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4" name="Google Shape;294;p15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5" name="Google Shape;295;p15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96" name="Google Shape;296;p15"/>
          <p:cNvSpPr txBox="1"/>
          <p:nvPr>
            <p:ph type="title"/>
          </p:nvPr>
        </p:nvSpPr>
        <p:spPr>
          <a:xfrm>
            <a:off x="95300" y="72312"/>
            <a:ext cx="26493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142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Results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297" name="Google Shape;297;p15"/>
          <p:cNvSpPr txBox="1"/>
          <p:nvPr/>
        </p:nvSpPr>
        <p:spPr>
          <a:xfrm>
            <a:off x="83477" y="3135783"/>
            <a:ext cx="17526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Yi, Jiang, Tran, G´omez, Canning, Bloem &amp; Barrett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98" name="Google Shape;298;p15"/>
          <p:cNvSpPr txBox="1"/>
          <p:nvPr>
            <p:ph idx="11" type="ftr"/>
          </p:nvPr>
        </p:nvSpPr>
        <p:spPr>
          <a:xfrm>
            <a:off x="2111768" y="3135783"/>
            <a:ext cx="15367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Employment and Compensation within AVCs</a:t>
            </a:r>
            <a:endParaRPr/>
          </a:p>
        </p:txBody>
      </p:sp>
      <p:sp>
        <p:nvSpPr>
          <p:cNvPr id="299" name="Google Shape;299;p15"/>
          <p:cNvSpPr txBox="1"/>
          <p:nvPr>
            <p:ph idx="10" type="dt"/>
          </p:nvPr>
        </p:nvSpPr>
        <p:spPr>
          <a:xfrm>
            <a:off x="4472876" y="3135783"/>
            <a:ext cx="426085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March 2025</a:t>
            </a:r>
            <a:endParaRPr/>
          </a:p>
        </p:txBody>
      </p:sp>
      <p:sp>
        <p:nvSpPr>
          <p:cNvPr id="300" name="Google Shape;300;p15"/>
          <p:cNvSpPr txBox="1"/>
          <p:nvPr>
            <p:ph idx="12" type="sldNum"/>
          </p:nvPr>
        </p:nvSpPr>
        <p:spPr>
          <a:xfrm>
            <a:off x="5451184" y="3135783"/>
            <a:ext cx="2540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/>
          </a:p>
        </p:txBody>
      </p:sp>
      <p:grpSp>
        <p:nvGrpSpPr>
          <p:cNvPr id="301" name="Google Shape;301;p15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302" name="Google Shape;302;p15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3" name="Google Shape;303;p15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4" name="Google Shape;304;p15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05" name="Google Shape;305;p15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Merlinda Drini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06" name="Google Shape;306;p15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Network IDPS Using Open-Source Tools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307" name="Google Shape;307;p15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308" name="Google Shape;308;p15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grpSp>
        <p:nvGrpSpPr>
          <p:cNvPr id="309" name="Google Shape;309;p15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310" name="Google Shape;310;p15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1" name="Google Shape;311;p15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2" name="Google Shape;312;p15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13" name="Google Shape;313;p15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Guozhen An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14" name="Google Shape;314;p15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System of MBTI personality Recognition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315" name="Google Shape;315;p15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316" name="Google Shape;316;p15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pic>
        <p:nvPicPr>
          <p:cNvPr id="317" name="Google Shape;317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566896"/>
            <a:ext cx="2592200" cy="2249754"/>
          </a:xfrm>
          <a:prstGeom prst="rect">
            <a:avLst/>
          </a:prstGeom>
          <a:noFill/>
          <a:ln>
            <a:noFill/>
          </a:ln>
        </p:spPr>
      </p:pic>
      <p:pic>
        <p:nvPicPr>
          <p:cNvPr id="318" name="Google Shape;318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885876" y="566900"/>
            <a:ext cx="2649300" cy="22611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16"/>
          <p:cNvSpPr txBox="1"/>
          <p:nvPr/>
        </p:nvSpPr>
        <p:spPr>
          <a:xfrm>
            <a:off x="95300" y="44079"/>
            <a:ext cx="5323200" cy="20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3935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094183"/>
                </a:solidFill>
                <a:latin typeface="Tahoma"/>
                <a:ea typeface="Tahoma"/>
                <a:cs typeface="Tahoma"/>
                <a:sym typeface="Tahoma"/>
              </a:rPr>
              <a:t>Results</a:t>
            </a:r>
            <a:endParaRPr sz="11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24" name="Google Shape;324;p16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Yi, Jiang, Tran, G´omez, Canning, Bloem &amp; Barrett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25" name="Google Shape;325;p16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Employment and Compensation within AVCs</a:t>
            </a:r>
            <a:endParaRPr/>
          </a:p>
        </p:txBody>
      </p:sp>
      <p:sp>
        <p:nvSpPr>
          <p:cNvPr id="326" name="Google Shape;326;p16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March 2025</a:t>
            </a:r>
            <a:endParaRPr/>
          </a:p>
        </p:txBody>
      </p:sp>
      <p:sp>
        <p:nvSpPr>
          <p:cNvPr id="327" name="Google Shape;327;p16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/>
          </a:p>
        </p:txBody>
      </p:sp>
      <p:grpSp>
        <p:nvGrpSpPr>
          <p:cNvPr id="328" name="Google Shape;328;p16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329" name="Google Shape;329;p16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0" name="Google Shape;330;p16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1" name="Google Shape;331;p16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32" name="Google Shape;332;p16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Merlinda Drini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33" name="Google Shape;333;p16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Network IDPS Using Open-Source Tools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334" name="Google Shape;334;p16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335" name="Google Shape;335;p16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grpSp>
        <p:nvGrpSpPr>
          <p:cNvPr id="336" name="Google Shape;336;p16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337" name="Google Shape;337;p16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8" name="Google Shape;338;p16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9" name="Google Shape;339;p16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40" name="Google Shape;340;p16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Guozhen An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41" name="Google Shape;341;p16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System of MBTI personality Recognition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342" name="Google Shape;342;p16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343" name="Google Shape;343;p16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pic>
        <p:nvPicPr>
          <p:cNvPr id="344" name="Google Shape;344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551888"/>
            <a:ext cx="2655664" cy="2279762"/>
          </a:xfrm>
          <a:prstGeom prst="rect">
            <a:avLst/>
          </a:prstGeom>
          <a:noFill/>
          <a:ln>
            <a:noFill/>
          </a:ln>
        </p:spPr>
      </p:pic>
      <p:pic>
        <p:nvPicPr>
          <p:cNvPr id="345" name="Google Shape;345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873800" y="551551"/>
            <a:ext cx="2655675" cy="2280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17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Yi, Jiang, Tran, G´omez, Canning, Bloem &amp; Barrett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51" name="Google Shape;351;p17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Employment and Compensation within AVCs</a:t>
            </a:r>
            <a:endParaRPr/>
          </a:p>
        </p:txBody>
      </p:sp>
      <p:sp>
        <p:nvSpPr>
          <p:cNvPr id="352" name="Google Shape;352;p17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March 2025</a:t>
            </a:r>
            <a:endParaRPr/>
          </a:p>
        </p:txBody>
      </p:sp>
      <p:sp>
        <p:nvSpPr>
          <p:cNvPr id="353" name="Google Shape;353;p17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/>
          </a:p>
        </p:txBody>
      </p:sp>
      <p:grpSp>
        <p:nvGrpSpPr>
          <p:cNvPr id="354" name="Google Shape;354;p17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355" name="Google Shape;355;p17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6" name="Google Shape;356;p17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7" name="Google Shape;357;p17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58" name="Google Shape;358;p17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Merlinda Drini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59" name="Google Shape;359;p17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Network IDPS Using Open-Source Tools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360" name="Google Shape;360;p17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361" name="Google Shape;361;p17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grpSp>
        <p:nvGrpSpPr>
          <p:cNvPr id="362" name="Google Shape;362;p17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363" name="Google Shape;363;p17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4" name="Google Shape;364;p17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5" name="Google Shape;365;p17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66" name="Google Shape;366;p17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Guozhen An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67" name="Google Shape;367;p17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System of MBTI personality Recognition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368" name="Google Shape;368;p17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369" name="Google Shape;369;p17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pic>
        <p:nvPicPr>
          <p:cNvPr id="370" name="Google Shape;370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53442" y="44069"/>
            <a:ext cx="3051651" cy="2980649"/>
          </a:xfrm>
          <a:prstGeom prst="rect">
            <a:avLst/>
          </a:prstGeom>
          <a:noFill/>
          <a:ln>
            <a:noFill/>
          </a:ln>
        </p:spPr>
      </p:pic>
      <p:pic>
        <p:nvPicPr>
          <p:cNvPr id="371" name="Google Shape;371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3398" y="722947"/>
            <a:ext cx="2510274" cy="1798953"/>
          </a:xfrm>
          <a:prstGeom prst="rect">
            <a:avLst/>
          </a:prstGeom>
          <a:noFill/>
          <a:ln>
            <a:noFill/>
          </a:ln>
        </p:spPr>
      </p:pic>
      <p:sp>
        <p:nvSpPr>
          <p:cNvPr id="372" name="Google Shape;372;p17"/>
          <p:cNvSpPr txBox="1"/>
          <p:nvPr/>
        </p:nvSpPr>
        <p:spPr>
          <a:xfrm>
            <a:off x="95300" y="44075"/>
            <a:ext cx="2635500" cy="20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3935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094183"/>
                </a:solidFill>
                <a:latin typeface="Tahoma"/>
                <a:ea typeface="Tahoma"/>
                <a:cs typeface="Tahoma"/>
                <a:sym typeface="Tahoma"/>
              </a:rPr>
              <a:t>Results</a:t>
            </a:r>
            <a:endParaRPr sz="11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  <p:transition>
    <p:fade thruBlk="1"/>
  </p:transition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18"/>
          <p:cNvSpPr txBox="1"/>
          <p:nvPr>
            <p:ph type="title"/>
          </p:nvPr>
        </p:nvSpPr>
        <p:spPr>
          <a:xfrm>
            <a:off x="95300" y="72300"/>
            <a:ext cx="18162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142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Coverage</a:t>
            </a:r>
            <a:endParaRPr>
              <a:solidFill>
                <a:srgbClr val="094183"/>
              </a:solidFill>
            </a:endParaRPr>
          </a:p>
        </p:txBody>
      </p:sp>
      <p:grpSp>
        <p:nvGrpSpPr>
          <p:cNvPr id="378" name="Google Shape;378;p18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379" name="Google Shape;379;p18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0" name="Google Shape;380;p18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1" name="Google Shape;381;p18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82" name="Google Shape;382;p18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Yi, Jiang, Tran, G´omez, Canning, Bloem &amp; Barrett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83" name="Google Shape;383;p18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Employment and Compensation within AVCs</a:t>
            </a:r>
            <a:endParaRPr/>
          </a:p>
        </p:txBody>
      </p:sp>
      <p:sp>
        <p:nvSpPr>
          <p:cNvPr id="384" name="Google Shape;384;p18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March 2025</a:t>
            </a:r>
            <a:endParaRPr/>
          </a:p>
        </p:txBody>
      </p:sp>
      <p:sp>
        <p:nvSpPr>
          <p:cNvPr id="385" name="Google Shape;385;p18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/>
          </a:p>
        </p:txBody>
      </p:sp>
      <p:grpSp>
        <p:nvGrpSpPr>
          <p:cNvPr id="386" name="Google Shape;386;p18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387" name="Google Shape;387;p18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8" name="Google Shape;388;p18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9" name="Google Shape;389;p18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90" name="Google Shape;390;p18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Merlinda Drini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91" name="Google Shape;391;p18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Network IDPS Using Open-Source Tools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392" name="Google Shape;392;p18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393" name="Google Shape;393;p18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grpSp>
        <p:nvGrpSpPr>
          <p:cNvPr id="394" name="Google Shape;394;p18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395" name="Google Shape;395;p18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6" name="Google Shape;396;p18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7" name="Google Shape;397;p18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98" name="Google Shape;398;p18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Guozhen An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99" name="Google Shape;399;p18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System of MBTI personality Recognition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400" name="Google Shape;400;p18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401" name="Google Shape;401;p18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pic>
        <p:nvPicPr>
          <p:cNvPr id="402" name="Google Shape;402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013" y="336250"/>
            <a:ext cx="5330128" cy="25723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19"/>
          <p:cNvSpPr txBox="1"/>
          <p:nvPr/>
        </p:nvSpPr>
        <p:spPr>
          <a:xfrm>
            <a:off x="95300" y="44079"/>
            <a:ext cx="5079300" cy="20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3935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094183"/>
                </a:solidFill>
                <a:latin typeface="Tahoma"/>
                <a:ea typeface="Tahoma"/>
                <a:cs typeface="Tahoma"/>
                <a:sym typeface="Tahoma"/>
              </a:rPr>
              <a:t>Results</a:t>
            </a:r>
            <a:endParaRPr sz="11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08" name="Google Shape;408;p19"/>
          <p:cNvSpPr txBox="1"/>
          <p:nvPr/>
        </p:nvSpPr>
        <p:spPr>
          <a:xfrm>
            <a:off x="83477" y="3135783"/>
            <a:ext cx="17526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Yi, Jiang, Tran, G´omez, Canning, Bloem &amp; Barrett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09" name="Google Shape;409;p19"/>
          <p:cNvSpPr txBox="1"/>
          <p:nvPr>
            <p:ph idx="11" type="ftr"/>
          </p:nvPr>
        </p:nvSpPr>
        <p:spPr>
          <a:xfrm>
            <a:off x="2111768" y="3135783"/>
            <a:ext cx="15367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Employment and Compensation within AVCs</a:t>
            </a:r>
            <a:endParaRPr/>
          </a:p>
        </p:txBody>
      </p:sp>
      <p:sp>
        <p:nvSpPr>
          <p:cNvPr id="410" name="Google Shape;410;p19"/>
          <p:cNvSpPr txBox="1"/>
          <p:nvPr>
            <p:ph idx="10" type="dt"/>
          </p:nvPr>
        </p:nvSpPr>
        <p:spPr>
          <a:xfrm>
            <a:off x="4472876" y="3135783"/>
            <a:ext cx="426000" cy="10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March 2025</a:t>
            </a:r>
            <a:endParaRPr/>
          </a:p>
        </p:txBody>
      </p:sp>
      <p:sp>
        <p:nvSpPr>
          <p:cNvPr id="411" name="Google Shape;411;p19"/>
          <p:cNvSpPr txBox="1"/>
          <p:nvPr>
            <p:ph idx="12" type="sldNum"/>
          </p:nvPr>
        </p:nvSpPr>
        <p:spPr>
          <a:xfrm>
            <a:off x="5451184" y="3135783"/>
            <a:ext cx="254100" cy="10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/>
          </a:p>
        </p:txBody>
      </p:sp>
      <p:grpSp>
        <p:nvGrpSpPr>
          <p:cNvPr id="412" name="Google Shape;412;p19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413" name="Google Shape;413;p19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4" name="Google Shape;414;p19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5" name="Google Shape;415;p19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16" name="Google Shape;416;p19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Merlinda Drini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17" name="Google Shape;417;p19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Network IDPS Using Open-Source Tools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418" name="Google Shape;418;p19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419" name="Google Shape;419;p19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grpSp>
        <p:nvGrpSpPr>
          <p:cNvPr id="420" name="Google Shape;420;p19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421" name="Google Shape;421;p19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2" name="Google Shape;422;p19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3" name="Google Shape;423;p19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24" name="Google Shape;424;p19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Guozhen An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25" name="Google Shape;425;p19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System of MBTI personality Recognition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426" name="Google Shape;426;p19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427" name="Google Shape;427;p19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pic>
        <p:nvPicPr>
          <p:cNvPr id="428" name="Google Shape;428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365270"/>
            <a:ext cx="1907760" cy="2572368"/>
          </a:xfrm>
          <a:prstGeom prst="rect">
            <a:avLst/>
          </a:prstGeom>
          <a:noFill/>
          <a:ln>
            <a:noFill/>
          </a:ln>
        </p:spPr>
      </p:pic>
      <p:pic>
        <p:nvPicPr>
          <p:cNvPr id="429" name="Google Shape;429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111774" y="382936"/>
            <a:ext cx="3465850" cy="2464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4" name="Google Shape;434;p20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435" name="Google Shape;435;p20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6" name="Google Shape;436;p20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7" name="Google Shape;437;p20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38" name="Google Shape;438;p20"/>
          <p:cNvSpPr txBox="1"/>
          <p:nvPr>
            <p:ph type="title"/>
          </p:nvPr>
        </p:nvSpPr>
        <p:spPr>
          <a:xfrm>
            <a:off x="95300" y="72312"/>
            <a:ext cx="17442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142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Summary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439" name="Google Shape;439;p20"/>
          <p:cNvSpPr txBox="1"/>
          <p:nvPr/>
        </p:nvSpPr>
        <p:spPr>
          <a:xfrm>
            <a:off x="83477" y="3135783"/>
            <a:ext cx="17526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Yi, Jiang, Tran, G´omez, Canning, Bloem &amp; Barrett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40" name="Google Shape;440;p20"/>
          <p:cNvSpPr txBox="1"/>
          <p:nvPr>
            <p:ph idx="11" type="ftr"/>
          </p:nvPr>
        </p:nvSpPr>
        <p:spPr>
          <a:xfrm>
            <a:off x="2111768" y="3135783"/>
            <a:ext cx="15367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Employment and Compensation within AVCs</a:t>
            </a:r>
            <a:endParaRPr/>
          </a:p>
        </p:txBody>
      </p:sp>
      <p:sp>
        <p:nvSpPr>
          <p:cNvPr id="441" name="Google Shape;441;p20"/>
          <p:cNvSpPr txBox="1"/>
          <p:nvPr>
            <p:ph idx="10" type="dt"/>
          </p:nvPr>
        </p:nvSpPr>
        <p:spPr>
          <a:xfrm>
            <a:off x="4472876" y="3135783"/>
            <a:ext cx="426085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March 2025</a:t>
            </a:r>
            <a:endParaRPr/>
          </a:p>
        </p:txBody>
      </p:sp>
      <p:sp>
        <p:nvSpPr>
          <p:cNvPr id="442" name="Google Shape;442;p20"/>
          <p:cNvSpPr txBox="1"/>
          <p:nvPr>
            <p:ph idx="12" type="sldNum"/>
          </p:nvPr>
        </p:nvSpPr>
        <p:spPr>
          <a:xfrm>
            <a:off x="5451184" y="3135783"/>
            <a:ext cx="2540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/>
          </a:p>
        </p:txBody>
      </p:sp>
      <p:grpSp>
        <p:nvGrpSpPr>
          <p:cNvPr id="443" name="Google Shape;443;p20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444" name="Google Shape;444;p20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5" name="Google Shape;445;p20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6" name="Google Shape;446;p20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47" name="Google Shape;447;p20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Merlinda Drini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48" name="Google Shape;448;p20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Network IDPS Using Open-Source Tools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449" name="Google Shape;449;p20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450" name="Google Shape;450;p20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grpSp>
        <p:nvGrpSpPr>
          <p:cNvPr id="451" name="Google Shape;451;p20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452" name="Google Shape;452;p20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3" name="Google Shape;453;p20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4" name="Google Shape;454;p20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55" name="Google Shape;455;p20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Guozhen An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56" name="Google Shape;456;p20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System of MBTI personality Recognition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457" name="Google Shape;457;p20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458" name="Google Shape;458;p20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pic>
        <p:nvPicPr>
          <p:cNvPr id="459" name="Google Shape;45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0087" y="481112"/>
            <a:ext cx="4059974" cy="2282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3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4" name="Google Shape;464;p21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465" name="Google Shape;465;p21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6" name="Google Shape;466;p21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7" name="Google Shape;467;p21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68" name="Google Shape;468;p21"/>
          <p:cNvSpPr txBox="1"/>
          <p:nvPr>
            <p:ph type="title"/>
          </p:nvPr>
        </p:nvSpPr>
        <p:spPr>
          <a:xfrm>
            <a:off x="95300" y="72312"/>
            <a:ext cx="17442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142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Summary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469" name="Google Shape;469;p21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Yi, Jiang, Tran, G´omez, Canning, Bloem &amp; Barrett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70" name="Google Shape;470;p21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Employment and Compensation within AVCs</a:t>
            </a:r>
            <a:endParaRPr/>
          </a:p>
        </p:txBody>
      </p:sp>
      <p:sp>
        <p:nvSpPr>
          <p:cNvPr id="471" name="Google Shape;471;p21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March 2025</a:t>
            </a:r>
            <a:endParaRPr/>
          </a:p>
        </p:txBody>
      </p:sp>
      <p:sp>
        <p:nvSpPr>
          <p:cNvPr id="472" name="Google Shape;472;p21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/>
          </a:p>
        </p:txBody>
      </p:sp>
      <p:grpSp>
        <p:nvGrpSpPr>
          <p:cNvPr id="473" name="Google Shape;473;p21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474" name="Google Shape;474;p21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5" name="Google Shape;475;p21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6" name="Google Shape;476;p21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77" name="Google Shape;477;p21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Merlinda Drini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78" name="Google Shape;478;p21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Network IDPS Using Open-Source Tools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479" name="Google Shape;479;p21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480" name="Google Shape;480;p21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grpSp>
        <p:nvGrpSpPr>
          <p:cNvPr id="481" name="Google Shape;481;p21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482" name="Google Shape;482;p21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3" name="Google Shape;483;p21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4" name="Google Shape;484;p21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85" name="Google Shape;485;p21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Guozhen An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86" name="Google Shape;486;p21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System of MBTI personality Recognition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487" name="Google Shape;487;p21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488" name="Google Shape;488;p21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pic>
        <p:nvPicPr>
          <p:cNvPr id="489" name="Google Shape;489;p21"/>
          <p:cNvPicPr preferRelativeResize="0"/>
          <p:nvPr/>
        </p:nvPicPr>
        <p:blipFill rotWithShape="1">
          <a:blip r:embed="rId3">
            <a:alphaModFix/>
          </a:blip>
          <a:srcRect b="0" l="24035" r="24848" t="0"/>
          <a:stretch/>
        </p:blipFill>
        <p:spPr>
          <a:xfrm>
            <a:off x="3274475" y="358613"/>
            <a:ext cx="2298199" cy="2527649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3483" y="1136546"/>
            <a:ext cx="3093124" cy="971775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  <p:transition>
    <p:fade thruBlk="1"/>
  </p:transition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5" name="Google Shape;495;p22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496" name="Google Shape;496;p22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7" name="Google Shape;497;p22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8" name="Google Shape;498;p22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99" name="Google Shape;499;p22"/>
          <p:cNvSpPr txBox="1"/>
          <p:nvPr/>
        </p:nvSpPr>
        <p:spPr>
          <a:xfrm>
            <a:off x="1166329" y="919820"/>
            <a:ext cx="3429000" cy="38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050">
            <a:sp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094183"/>
                </a:solidFill>
                <a:latin typeface="Tahoma"/>
                <a:ea typeface="Tahoma"/>
                <a:cs typeface="Tahoma"/>
                <a:sym typeface="Tahoma"/>
              </a:rPr>
              <a:t>Thank you for your interest, questions, and comments!</a:t>
            </a:r>
            <a:endParaRPr sz="1200">
              <a:solidFill>
                <a:srgbClr val="094183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500" name="Google Shape;500;p22"/>
          <p:cNvSpPr txBox="1"/>
          <p:nvPr/>
        </p:nvSpPr>
        <p:spPr>
          <a:xfrm>
            <a:off x="83477" y="3135783"/>
            <a:ext cx="17526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Yi, Jiang, Tran, G´omez, Canning, Bloem &amp; Barrett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501" name="Google Shape;501;p22"/>
          <p:cNvSpPr txBox="1"/>
          <p:nvPr>
            <p:ph idx="11" type="ftr"/>
          </p:nvPr>
        </p:nvSpPr>
        <p:spPr>
          <a:xfrm>
            <a:off x="2111768" y="3135783"/>
            <a:ext cx="15367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Employment and Compensation within AVCs</a:t>
            </a:r>
            <a:endParaRPr/>
          </a:p>
        </p:txBody>
      </p:sp>
      <p:sp>
        <p:nvSpPr>
          <p:cNvPr id="502" name="Google Shape;502;p22"/>
          <p:cNvSpPr txBox="1"/>
          <p:nvPr>
            <p:ph idx="10" type="dt"/>
          </p:nvPr>
        </p:nvSpPr>
        <p:spPr>
          <a:xfrm>
            <a:off x="4472876" y="3135783"/>
            <a:ext cx="426085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March 2025</a:t>
            </a:r>
            <a:endParaRPr/>
          </a:p>
        </p:txBody>
      </p:sp>
      <p:sp>
        <p:nvSpPr>
          <p:cNvPr id="503" name="Google Shape;503;p22"/>
          <p:cNvSpPr txBox="1"/>
          <p:nvPr>
            <p:ph idx="12" type="sldNum"/>
          </p:nvPr>
        </p:nvSpPr>
        <p:spPr>
          <a:xfrm>
            <a:off x="5451184" y="3135783"/>
            <a:ext cx="2540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/>
          </a:p>
        </p:txBody>
      </p:sp>
      <p:grpSp>
        <p:nvGrpSpPr>
          <p:cNvPr id="504" name="Google Shape;504;p22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505" name="Google Shape;505;p22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6" name="Google Shape;506;p22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7" name="Google Shape;507;p22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08" name="Google Shape;508;p22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Merlinda Drini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509" name="Google Shape;509;p22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Network IDPS Using Open-Source Tools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510" name="Google Shape;510;p22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511" name="Google Shape;511;p22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grpSp>
        <p:nvGrpSpPr>
          <p:cNvPr id="512" name="Google Shape;512;p22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513" name="Google Shape;513;p22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4" name="Google Shape;514;p22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5" name="Google Shape;515;p22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16" name="Google Shape;516;p22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Guozhen An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517" name="Google Shape;517;p22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System of MBTI personality Recognition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518" name="Google Shape;518;p22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519" name="Google Shape;519;p22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</p:spTree>
  </p:cSld>
  <p:clrMapOvr>
    <a:masterClrMapping/>
  </p:clrMapOvr>
  <p:transition>
    <p:fade thruBlk="1"/>
  </p:transition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B40404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